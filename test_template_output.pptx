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sz="4400">
                <a:solidFill>
                  <a:srgbClr val="FF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>
                  <a:srgbClr val="C8C8C8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Template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Talaba Bot tomonidan tayyorlandi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is a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